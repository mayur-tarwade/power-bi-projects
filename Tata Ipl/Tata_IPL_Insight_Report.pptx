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049081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095170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338139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470914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817315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772113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548664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99109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6511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991782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129628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7894069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320440"/>
      </p:ext>
    </p:extLst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216206"/>
      </p:ext>
    </p:extLst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197480"/>
      </p:ext>
    </p:extLst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23755"/>
      </p:ext>
    </p:extLst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62711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516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ransition spd="slow">
    <p:wipe/>
  </p:transition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20942"/>
            <a:ext cx="9144000" cy="1470025"/>
          </a:xfrm>
        </p:spPr>
        <p:txBody>
          <a:bodyPr/>
          <a:lstStyle/>
          <a:p>
            <a:pPr algn="ctr"/>
            <a:r>
              <a:rPr dirty="0"/>
              <a:t>🏏 </a:t>
            </a:r>
            <a:r>
              <a:rPr sz="32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Tata IPL Dashboard – Insight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52700"/>
            <a:ext cx="6400800" cy="1752600"/>
          </a:xfrm>
        </p:spPr>
        <p:txBody>
          <a:bodyPr>
            <a:normAutofit/>
          </a:bodyPr>
          <a:lstStyle/>
          <a:p>
            <a:r>
              <a:rPr b="1" i="1" dirty="0">
                <a:solidFill>
                  <a:srgbClr val="00B0F0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Indian Premier League Analysis (2008–202</a:t>
            </a:r>
            <a:r>
              <a:rPr lang="en-IN" b="1" i="1" dirty="0">
                <a:solidFill>
                  <a:srgbClr val="00B0F0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4</a:t>
            </a:r>
            <a:r>
              <a:rPr b="1" i="1" dirty="0">
                <a:solidFill>
                  <a:srgbClr val="00B0F0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)</a:t>
            </a:r>
          </a:p>
          <a:p>
            <a:r>
              <a:rPr b="1" i="1" dirty="0">
                <a:solidFill>
                  <a:srgbClr val="00B0F0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Generated from Power BI Dashboard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030" y="793640"/>
            <a:ext cx="6377940" cy="1293028"/>
          </a:xfrm>
        </p:spPr>
        <p:txBody>
          <a:bodyPr/>
          <a:lstStyle/>
          <a:p>
            <a:pPr algn="ctr"/>
            <a:r>
              <a:rPr dirty="0"/>
              <a:t>📌 </a:t>
            </a:r>
            <a:r>
              <a:rPr sz="32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Comprehensive IPL analysis across 17 seasons covering:</a:t>
            </a:r>
          </a:p>
          <a:p>
            <a:r>
              <a:rPr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Matches, teams, players, venues</a:t>
            </a:r>
          </a:p>
          <a:p>
            <a:r>
              <a:rPr lang="en-IN"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P</a:t>
            </a:r>
            <a:r>
              <a:rPr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performance trends and rivalries</a:t>
            </a:r>
          </a:p>
          <a:p>
            <a:r>
              <a:rPr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Insights into runs, wickets, venues, and umpires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030" y="764373"/>
            <a:ext cx="6377940" cy="1293028"/>
          </a:xfrm>
        </p:spPr>
        <p:txBody>
          <a:bodyPr/>
          <a:lstStyle/>
          <a:p>
            <a:pPr algn="ctr"/>
            <a:r>
              <a:rPr dirty="0"/>
              <a:t>📊 </a:t>
            </a:r>
            <a:r>
              <a:rPr sz="32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Overall IPL Stats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>
                <a:solidFill>
                  <a:srgbClr val="00B0F0"/>
                </a:solidFill>
                <a:latin typeface="Lora" pitchFamily="2" charset="0"/>
                <a:ea typeface="Cambria" panose="02040503050406030204" pitchFamily="18" charset="0"/>
                <a:cs typeface="Segoe UI" panose="020B0502040204020203" pitchFamily="34" charset="0"/>
              </a:rPr>
              <a:t>Matches Played: 1106</a:t>
            </a:r>
          </a:p>
          <a:p>
            <a:r>
              <a:rPr sz="2000" dirty="0">
                <a:solidFill>
                  <a:srgbClr val="00B0F0"/>
                </a:solidFill>
                <a:latin typeface="Lora" pitchFamily="2" charset="0"/>
                <a:ea typeface="Cambria" panose="02040503050406030204" pitchFamily="18" charset="0"/>
                <a:cs typeface="Segoe UI" panose="020B0502040204020203" pitchFamily="34" charset="0"/>
              </a:rPr>
              <a:t>Teams Participated: 16</a:t>
            </a:r>
          </a:p>
          <a:p>
            <a:r>
              <a:rPr sz="2000" dirty="0">
                <a:solidFill>
                  <a:srgbClr val="00B0F0"/>
                </a:solidFill>
                <a:latin typeface="Lora" pitchFamily="2" charset="0"/>
                <a:ea typeface="Cambria" panose="02040503050406030204" pitchFamily="18" charset="0"/>
                <a:cs typeface="Segoe UI" panose="020B0502040204020203" pitchFamily="34" charset="0"/>
              </a:rPr>
              <a:t>Total Seasons: 17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030" y="768856"/>
            <a:ext cx="6377940" cy="1293028"/>
          </a:xfrm>
        </p:spPr>
        <p:txBody>
          <a:bodyPr/>
          <a:lstStyle/>
          <a:p>
            <a:pPr algn="ctr"/>
            <a:r>
              <a:rPr dirty="0"/>
              <a:t>📈 </a:t>
            </a:r>
            <a:r>
              <a:rPr sz="32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Scoring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>
                <a:solidFill>
                  <a:srgbClr val="00B0F0"/>
                </a:solidFill>
                <a:latin typeface="Lora" pitchFamily="2" charset="0"/>
                <a:ea typeface="Cambria" panose="02040503050406030204" pitchFamily="18" charset="0"/>
                <a:cs typeface="Segoe UI" panose="020B0502040204020203" pitchFamily="34" charset="0"/>
              </a:rPr>
              <a:t>Avg. runs per inning fluctuated from 144 to 179</a:t>
            </a:r>
          </a:p>
          <a:p>
            <a:r>
              <a:rPr sz="2000" dirty="0">
                <a:solidFill>
                  <a:srgbClr val="00B0F0"/>
                </a:solidFill>
                <a:latin typeface="Lora" pitchFamily="2" charset="0"/>
                <a:ea typeface="Cambria" panose="02040503050406030204" pitchFamily="18" charset="0"/>
                <a:cs typeface="Segoe UI" panose="020B0502040204020203" pitchFamily="34" charset="0"/>
              </a:rPr>
              <a:t>Peak scoring years: 2010 &amp; 2018</a:t>
            </a:r>
          </a:p>
          <a:p>
            <a:r>
              <a:rPr sz="2000" dirty="0">
                <a:solidFill>
                  <a:srgbClr val="00B0F0"/>
                </a:solidFill>
                <a:latin typeface="Lora" pitchFamily="2" charset="0"/>
                <a:ea typeface="Cambria" panose="02040503050406030204" pitchFamily="18" charset="0"/>
                <a:cs typeface="Segoe UI" panose="020B0502040204020203" pitchFamily="34" charset="0"/>
              </a:rPr>
              <a:t>Recent years stable around ~157</a:t>
            </a:r>
          </a:p>
          <a:p>
            <a:r>
              <a:rPr sz="2000" dirty="0">
                <a:solidFill>
                  <a:srgbClr val="00B0F0"/>
                </a:solidFill>
                <a:latin typeface="Lora" pitchFamily="2" charset="0"/>
                <a:ea typeface="Cambria" panose="02040503050406030204" pitchFamily="18" charset="0"/>
                <a:cs typeface="Segoe UI" panose="020B0502040204020203" pitchFamily="34" charset="0"/>
              </a:rPr>
              <a:t>Influenced by pitches, new teams &amp; rules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030" y="764373"/>
            <a:ext cx="6377940" cy="1293028"/>
          </a:xfrm>
        </p:spPr>
        <p:txBody>
          <a:bodyPr/>
          <a:lstStyle/>
          <a:p>
            <a:pPr algn="ctr"/>
            <a:r>
              <a:rPr dirty="0"/>
              <a:t>🏟️ </a:t>
            </a:r>
            <a:r>
              <a:rPr sz="32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Venues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u="sng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Most Used Stadiums:</a:t>
            </a:r>
          </a:p>
          <a:p>
            <a:r>
              <a:rPr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Wankhede Stadium – 118 matches</a:t>
            </a:r>
          </a:p>
          <a:p>
            <a:r>
              <a:rPr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M. Chinnaswamy Stadium – 97</a:t>
            </a:r>
            <a:r>
              <a:rPr lang="en-IN"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 </a:t>
            </a:r>
            <a:r>
              <a:rPr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matches</a:t>
            </a:r>
          </a:p>
          <a:p>
            <a:r>
              <a:rPr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Eden Gardens – 95 matches</a:t>
            </a:r>
            <a:endParaRPr lang="en-IN" sz="2000" dirty="0">
              <a:solidFill>
                <a:srgbClr val="00B0F0"/>
              </a:solidFill>
              <a:latin typeface="Lora" pitchFamily="2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sz="2000" dirty="0">
              <a:solidFill>
                <a:srgbClr val="00B0F0"/>
              </a:solidFill>
              <a:latin typeface="Lora" pitchFamily="2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sz="2000" u="sng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Winning Probability Examples:</a:t>
            </a:r>
          </a:p>
          <a:p>
            <a:r>
              <a:rPr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Arun Jaitley Stadium: 72.7%</a:t>
            </a:r>
          </a:p>
          <a:p>
            <a:r>
              <a:rPr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Brabourne Stadium: 20%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030" y="764373"/>
            <a:ext cx="6377940" cy="1293028"/>
          </a:xfrm>
        </p:spPr>
        <p:txBody>
          <a:bodyPr/>
          <a:lstStyle/>
          <a:p>
            <a:pPr algn="ctr"/>
            <a:r>
              <a:rPr dirty="0"/>
              <a:t>👨‍⚖️ </a:t>
            </a:r>
            <a:r>
              <a:rPr sz="32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Umpires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u="sng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Top TV Umpires:</a:t>
            </a:r>
          </a:p>
          <a:p>
            <a:r>
              <a:rPr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Anil Chaudhary (71)</a:t>
            </a:r>
          </a:p>
          <a:p>
            <a:r>
              <a:rPr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Sundaram Ravi (65)</a:t>
            </a:r>
          </a:p>
          <a:p>
            <a:r>
              <a:rPr sz="2000" dirty="0" err="1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Chettithody</a:t>
            </a:r>
            <a:r>
              <a:rPr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 </a:t>
            </a:r>
            <a:r>
              <a:rPr sz="2000" dirty="0" err="1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Shamshuddin</a:t>
            </a:r>
            <a:r>
              <a:rPr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 (54)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030" y="777821"/>
            <a:ext cx="6377940" cy="1293028"/>
          </a:xfrm>
        </p:spPr>
        <p:txBody>
          <a:bodyPr/>
          <a:lstStyle/>
          <a:p>
            <a:pPr algn="ctr"/>
            <a:r>
              <a:rPr dirty="0"/>
              <a:t>💪 </a:t>
            </a:r>
            <a:r>
              <a:rPr sz="32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Team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CSK consistent playoff performer (2008–2013)</a:t>
            </a:r>
          </a:p>
          <a:p>
            <a:r>
              <a:rPr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MI dominated later years (2013, 2015, 2017, 2019, 2020)</a:t>
            </a:r>
          </a:p>
          <a:p>
            <a:r>
              <a:rPr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Gujarat Titans finalists in 2022 &amp; 2023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030" y="641556"/>
            <a:ext cx="6377940" cy="1293028"/>
          </a:xfrm>
        </p:spPr>
        <p:txBody>
          <a:bodyPr/>
          <a:lstStyle/>
          <a:p>
            <a:pPr algn="ctr"/>
            <a:r>
              <a:rPr dirty="0"/>
              <a:t>🌟 </a:t>
            </a:r>
            <a:r>
              <a:rPr sz="32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Player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934584"/>
            <a:ext cx="7955280" cy="40690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000" u="sng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Recent Top Performers:</a:t>
            </a:r>
          </a:p>
          <a:p>
            <a:r>
              <a:rPr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Ruturaj Gaikwad – 368 runs (2022)</a:t>
            </a:r>
          </a:p>
          <a:p>
            <a:r>
              <a:rPr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Dwayne Bravo – 16 wickets (2022)</a:t>
            </a:r>
            <a:endParaRPr lang="en-IN" sz="2000" dirty="0">
              <a:solidFill>
                <a:srgbClr val="00B0F0"/>
              </a:solidFill>
              <a:latin typeface="Lora" pitchFamily="2" charset="0"/>
              <a:cs typeface="Segoe UI" panose="020B0502040204020203" pitchFamily="34" charset="0"/>
            </a:endParaRPr>
          </a:p>
          <a:p>
            <a:endParaRPr sz="2000" dirty="0">
              <a:solidFill>
                <a:srgbClr val="00B0F0"/>
              </a:solidFill>
              <a:latin typeface="Lora" pitchFamily="2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sz="2000" u="sng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Historic Best:</a:t>
            </a:r>
          </a:p>
          <a:p>
            <a:r>
              <a:rPr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Virat Kohli – 973 runs (2016)</a:t>
            </a:r>
          </a:p>
          <a:p>
            <a:r>
              <a:rPr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Warner, ABD consistent top scorers</a:t>
            </a:r>
            <a:endParaRPr lang="en-IN" sz="2000" dirty="0">
              <a:solidFill>
                <a:srgbClr val="00B0F0"/>
              </a:solidFill>
              <a:latin typeface="Lora" pitchFamily="2" charset="0"/>
              <a:cs typeface="Segoe UI" panose="020B0502040204020203" pitchFamily="34" charset="0"/>
            </a:endParaRPr>
          </a:p>
          <a:p>
            <a:endParaRPr sz="2000" dirty="0">
              <a:solidFill>
                <a:srgbClr val="00B0F0"/>
              </a:solidFill>
              <a:latin typeface="Lora" pitchFamily="2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sz="2000" u="sng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Big Hitters:</a:t>
            </a:r>
          </a:p>
          <a:p>
            <a:r>
              <a:rPr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Kohli (38 sixes, 2016)</a:t>
            </a:r>
          </a:p>
          <a:p>
            <a:r>
              <a:rPr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AB de Villiers (37 sixes, 2016)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030" y="764373"/>
            <a:ext cx="6377940" cy="1293028"/>
          </a:xfrm>
        </p:spPr>
        <p:txBody>
          <a:bodyPr/>
          <a:lstStyle/>
          <a:p>
            <a:pPr algn="ctr"/>
            <a:r>
              <a:rPr dirty="0"/>
              <a:t>🔥 </a:t>
            </a:r>
            <a:r>
              <a:rPr sz="32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Rivalries &amp; Face-offs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Example: Virat Kohli vs Andre Russell (2016)</a:t>
            </a:r>
          </a:p>
          <a:p>
            <a:r>
              <a:rPr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22 runs off 14 balls, SR 157.1</a:t>
            </a:r>
          </a:p>
          <a:p>
            <a:r>
              <a:rPr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Russell took 0 wickets</a:t>
            </a:r>
          </a:p>
          <a:p>
            <a:r>
              <a:rPr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Highlights key rivalries for fan engagement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030" y="735159"/>
            <a:ext cx="6377940" cy="1293028"/>
          </a:xfrm>
        </p:spPr>
        <p:txBody>
          <a:bodyPr/>
          <a:lstStyle/>
          <a:p>
            <a:pPr algn="ctr"/>
            <a:r>
              <a:rPr dirty="0"/>
              <a:t>🚀 </a:t>
            </a:r>
            <a:r>
              <a:rPr sz="32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28187"/>
            <a:ext cx="8229600" cy="27667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1. Promote rivalries in fan engagement campaigns</a:t>
            </a:r>
            <a:r>
              <a:rPr lang="en-IN"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.</a:t>
            </a:r>
            <a:endParaRPr sz="2000" dirty="0">
              <a:solidFill>
                <a:srgbClr val="00B0F0"/>
              </a:solidFill>
              <a:latin typeface="Lora" pitchFamily="2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2. Optimize strategies using venue win probabilities</a:t>
            </a:r>
            <a:r>
              <a:rPr lang="en-IN"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.</a:t>
            </a:r>
            <a:endParaRPr sz="2000" dirty="0">
              <a:solidFill>
                <a:srgbClr val="00B0F0"/>
              </a:solidFill>
              <a:latin typeface="Lora" pitchFamily="2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3. Focus broadcasts on high-TRP venues (Wankhede, Chinnaswamy)</a:t>
            </a:r>
          </a:p>
          <a:p>
            <a:pPr marL="0" indent="0">
              <a:buNone/>
            </a:pPr>
            <a:r>
              <a:rPr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4</a:t>
            </a:r>
            <a:r>
              <a:rPr lang="en-IN"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.</a:t>
            </a:r>
            <a:r>
              <a:rPr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Scout young performers like Gaikwad, Choudhary</a:t>
            </a:r>
            <a:r>
              <a:rPr lang="en-IN"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.</a:t>
            </a:r>
            <a:endParaRPr sz="2000" dirty="0">
              <a:solidFill>
                <a:srgbClr val="00B0F0"/>
              </a:solidFill>
              <a:latin typeface="Lora" pitchFamily="2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5</a:t>
            </a:r>
            <a:r>
              <a:rPr lang="en-IN"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.</a:t>
            </a:r>
            <a:r>
              <a:rPr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Anticipate performance cycles for ticketing &amp; marketing</a:t>
            </a:r>
            <a:r>
              <a:rPr lang="en-IN" sz="2000" dirty="0">
                <a:solidFill>
                  <a:srgbClr val="00B0F0"/>
                </a:solidFill>
                <a:latin typeface="Lora" pitchFamily="2" charset="0"/>
                <a:cs typeface="Segoe UI" panose="020B0502040204020203" pitchFamily="34" charset="0"/>
              </a:rPr>
              <a:t>.</a:t>
            </a:r>
            <a:endParaRPr sz="2000" dirty="0">
              <a:solidFill>
                <a:srgbClr val="00B0F0"/>
              </a:solidFill>
              <a:latin typeface="Lora" pitchFamily="2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01D17D"/>
      </a:accent1>
      <a:accent2>
        <a:srgbClr val="84C72A"/>
      </a:accent2>
      <a:accent3>
        <a:srgbClr val="E1D126"/>
      </a:accent3>
      <a:accent4>
        <a:srgbClr val="E29932"/>
      </a:accent4>
      <a:accent5>
        <a:srgbClr val="E56526"/>
      </a:accent5>
      <a:accent6>
        <a:srgbClr val="D63731"/>
      </a:accent6>
      <a:hlink>
        <a:srgbClr val="35FA7F"/>
      </a:hlink>
      <a:folHlink>
        <a:srgbClr val="BAFC85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2B2A868B-6BC2-4B3E-98B9-1258F41035D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56</TotalTime>
  <Words>338</Words>
  <Application>Microsoft Office PowerPoint</Application>
  <PresentationFormat>On-screen Show (4:3)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Cambria</vt:lpstr>
      <vt:lpstr>Century Gothic</vt:lpstr>
      <vt:lpstr>Lora</vt:lpstr>
      <vt:lpstr>Segoe UI</vt:lpstr>
      <vt:lpstr>Vapor Trail</vt:lpstr>
      <vt:lpstr>🏏 Tata IPL Dashboard – Insight Report</vt:lpstr>
      <vt:lpstr>📌 Executive Summary</vt:lpstr>
      <vt:lpstr>📊 Overall IPL Stats</vt:lpstr>
      <vt:lpstr>📈 Scoring Trends</vt:lpstr>
      <vt:lpstr>🏟️ Venues Insights</vt:lpstr>
      <vt:lpstr>👨‍⚖️ Umpires</vt:lpstr>
      <vt:lpstr>💪 Team Performance</vt:lpstr>
      <vt:lpstr>🌟 Player Highlights</vt:lpstr>
      <vt:lpstr>🔥 Rivalries &amp; Face-offs</vt:lpstr>
      <vt:lpstr>🚀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Mayur Tarwade</cp:lastModifiedBy>
  <cp:revision>3</cp:revision>
  <dcterms:created xsi:type="dcterms:W3CDTF">2013-01-27T09:14:16Z</dcterms:created>
  <dcterms:modified xsi:type="dcterms:W3CDTF">2025-08-21T13:11:19Z</dcterms:modified>
  <cp:category/>
</cp:coreProperties>
</file>